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62" r:id="rId2"/>
    <p:sldId id="264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199006-0C97-4D49-9FF3-37F3C2552937}" v="18" dt="2024-05-20T07:07:14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KASHOUDHAN" userId="39800339dd297f4f" providerId="LiveId" clId="{B0199006-0C97-4D49-9FF3-37F3C2552937}"/>
    <pc:docChg chg="custSel addSld delSld modSld">
      <pc:chgData name="ABHISHEK KASHOUDHAN" userId="39800339dd297f4f" providerId="LiveId" clId="{B0199006-0C97-4D49-9FF3-37F3C2552937}" dt="2024-05-20T07:09:42.123" v="71" actId="2696"/>
      <pc:docMkLst>
        <pc:docMk/>
      </pc:docMkLst>
      <pc:sldChg chg="modSp add del mod">
        <pc:chgData name="ABHISHEK KASHOUDHAN" userId="39800339dd297f4f" providerId="LiveId" clId="{B0199006-0C97-4D49-9FF3-37F3C2552937}" dt="2024-05-20T06:47:00.123" v="35" actId="2696"/>
        <pc:sldMkLst>
          <pc:docMk/>
          <pc:sldMk cId="901955189" sldId="256"/>
        </pc:sldMkLst>
        <pc:spChg chg="mod">
          <ac:chgData name="ABHISHEK KASHOUDHAN" userId="39800339dd297f4f" providerId="LiveId" clId="{B0199006-0C97-4D49-9FF3-37F3C2552937}" dt="2024-05-20T06:46:48.778" v="34" actId="1076"/>
          <ac:spMkLst>
            <pc:docMk/>
            <pc:sldMk cId="901955189" sldId="256"/>
            <ac:spMk id="2" creationId="{D941CB68-67F9-3409-F08E-0DC65288DE4A}"/>
          </ac:spMkLst>
        </pc:spChg>
        <pc:spChg chg="mod">
          <ac:chgData name="ABHISHEK KASHOUDHAN" userId="39800339dd297f4f" providerId="LiveId" clId="{B0199006-0C97-4D49-9FF3-37F3C2552937}" dt="2024-05-20T06:46:39.175" v="33" actId="255"/>
          <ac:spMkLst>
            <pc:docMk/>
            <pc:sldMk cId="901955189" sldId="256"/>
            <ac:spMk id="4" creationId="{6AD7C758-A580-8870-C158-9C9AC9DCECC9}"/>
          </ac:spMkLst>
        </pc:spChg>
      </pc:sldChg>
      <pc:sldChg chg="modSp add del mod">
        <pc:chgData name="ABHISHEK KASHOUDHAN" userId="39800339dd297f4f" providerId="LiveId" clId="{B0199006-0C97-4D49-9FF3-37F3C2552937}" dt="2024-05-20T06:44:59.335" v="25" actId="2696"/>
        <pc:sldMkLst>
          <pc:docMk/>
          <pc:sldMk cId="1220455899" sldId="256"/>
        </pc:sldMkLst>
        <pc:spChg chg="mod">
          <ac:chgData name="ABHISHEK KASHOUDHAN" userId="39800339dd297f4f" providerId="LiveId" clId="{B0199006-0C97-4D49-9FF3-37F3C2552937}" dt="2024-05-20T06:44:49.732" v="22" actId="1076"/>
          <ac:spMkLst>
            <pc:docMk/>
            <pc:sldMk cId="1220455899" sldId="256"/>
            <ac:spMk id="2" creationId="{D941CB68-67F9-3409-F08E-0DC65288DE4A}"/>
          </ac:spMkLst>
        </pc:spChg>
        <pc:spChg chg="mod">
          <ac:chgData name="ABHISHEK KASHOUDHAN" userId="39800339dd297f4f" providerId="LiveId" clId="{B0199006-0C97-4D49-9FF3-37F3C2552937}" dt="2024-05-20T06:44:18.364" v="15" actId="14100"/>
          <ac:spMkLst>
            <pc:docMk/>
            <pc:sldMk cId="1220455899" sldId="256"/>
            <ac:spMk id="4" creationId="{6AD7C758-A580-8870-C158-9C9AC9DCECC9}"/>
          </ac:spMkLst>
        </pc:spChg>
        <pc:graphicFrameChg chg="mod modGraphic">
          <ac:chgData name="ABHISHEK KASHOUDHAN" userId="39800339dd297f4f" providerId="LiveId" clId="{B0199006-0C97-4D49-9FF3-37F3C2552937}" dt="2024-05-20T06:44:55.116" v="24" actId="14100"/>
          <ac:graphicFrameMkLst>
            <pc:docMk/>
            <pc:sldMk cId="1220455899" sldId="256"/>
            <ac:graphicFrameMk id="3" creationId="{5BBEB244-4407-E0CA-BDB5-5081ACA02F02}"/>
          </ac:graphicFrameMkLst>
        </pc:graphicFrameChg>
      </pc:sldChg>
      <pc:sldChg chg="add del">
        <pc:chgData name="ABHISHEK KASHOUDHAN" userId="39800339dd297f4f" providerId="LiveId" clId="{B0199006-0C97-4D49-9FF3-37F3C2552937}" dt="2024-05-20T06:55:14.476" v="37" actId="2696"/>
        <pc:sldMkLst>
          <pc:docMk/>
          <pc:sldMk cId="1765691939" sldId="256"/>
        </pc:sldMkLst>
      </pc:sldChg>
      <pc:sldChg chg="add del">
        <pc:chgData name="ABHISHEK KASHOUDHAN" userId="39800339dd297f4f" providerId="LiveId" clId="{B0199006-0C97-4D49-9FF3-37F3C2552937}" dt="2024-05-20T06:55:17.573" v="38" actId="2696"/>
        <pc:sldMkLst>
          <pc:docMk/>
          <pc:sldMk cId="295741348" sldId="257"/>
        </pc:sldMkLst>
      </pc:sldChg>
      <pc:sldChg chg="modSp add del">
        <pc:chgData name="ABHISHEK KASHOUDHAN" userId="39800339dd297f4f" providerId="LiveId" clId="{B0199006-0C97-4D49-9FF3-37F3C2552937}" dt="2024-05-20T06:45:03.216" v="26" actId="2696"/>
        <pc:sldMkLst>
          <pc:docMk/>
          <pc:sldMk cId="1258660841" sldId="257"/>
        </pc:sldMkLst>
        <pc:graphicFrameChg chg="mod">
          <ac:chgData name="ABHISHEK KASHOUDHAN" userId="39800339dd297f4f" providerId="LiveId" clId="{B0199006-0C97-4D49-9FF3-37F3C2552937}" dt="2024-05-20T06:43:22.026" v="5"/>
          <ac:graphicFrameMkLst>
            <pc:docMk/>
            <pc:sldMk cId="1258660841" sldId="257"/>
            <ac:graphicFrameMk id="3" creationId="{E32632C8-E901-1014-5B4A-AA54C3C296C2}"/>
          </ac:graphicFrameMkLst>
        </pc:graphicFrameChg>
        <pc:graphicFrameChg chg="mod">
          <ac:chgData name="ABHISHEK KASHOUDHAN" userId="39800339dd297f4f" providerId="LiveId" clId="{B0199006-0C97-4D49-9FF3-37F3C2552937}" dt="2024-05-20T06:43:22.026" v="5"/>
          <ac:graphicFrameMkLst>
            <pc:docMk/>
            <pc:sldMk cId="1258660841" sldId="257"/>
            <ac:graphicFrameMk id="7" creationId="{70471972-C174-7C8C-EF08-E0466CEF5A32}"/>
          </ac:graphicFrameMkLst>
        </pc:graphicFrameChg>
      </pc:sldChg>
      <pc:sldChg chg="add del">
        <pc:chgData name="ABHISHEK KASHOUDHAN" userId="39800339dd297f4f" providerId="LiveId" clId="{B0199006-0C97-4D49-9FF3-37F3C2552937}" dt="2024-05-20T06:55:21.194" v="39" actId="2696"/>
        <pc:sldMkLst>
          <pc:docMk/>
          <pc:sldMk cId="1316765201" sldId="258"/>
        </pc:sldMkLst>
      </pc:sldChg>
      <pc:sldChg chg="add del">
        <pc:chgData name="ABHISHEK KASHOUDHAN" userId="39800339dd297f4f" providerId="LiveId" clId="{B0199006-0C97-4D49-9FF3-37F3C2552937}" dt="2024-05-20T06:55:24.143" v="40" actId="2696"/>
        <pc:sldMkLst>
          <pc:docMk/>
          <pc:sldMk cId="3019057843" sldId="259"/>
        </pc:sldMkLst>
      </pc:sldChg>
      <pc:sldChg chg="add del">
        <pc:chgData name="ABHISHEK KASHOUDHAN" userId="39800339dd297f4f" providerId="LiveId" clId="{B0199006-0C97-4D49-9FF3-37F3C2552937}" dt="2024-05-20T06:55:26.902" v="41" actId="2696"/>
        <pc:sldMkLst>
          <pc:docMk/>
          <pc:sldMk cId="3677650426" sldId="260"/>
        </pc:sldMkLst>
      </pc:sldChg>
      <pc:sldChg chg="add del">
        <pc:chgData name="ABHISHEK KASHOUDHAN" userId="39800339dd297f4f" providerId="LiveId" clId="{B0199006-0C97-4D49-9FF3-37F3C2552937}" dt="2024-05-20T06:55:29.919" v="42" actId="2696"/>
        <pc:sldMkLst>
          <pc:docMk/>
          <pc:sldMk cId="1565335835" sldId="261"/>
        </pc:sldMkLst>
      </pc:sldChg>
      <pc:sldChg chg="new del">
        <pc:chgData name="ABHISHEK KASHOUDHAN" userId="39800339dd297f4f" providerId="LiveId" clId="{B0199006-0C97-4D49-9FF3-37F3C2552937}" dt="2024-05-20T06:39:26.396" v="1" actId="2696"/>
        <pc:sldMkLst>
          <pc:docMk/>
          <pc:sldMk cId="13641114" sldId="265"/>
        </pc:sldMkLst>
      </pc:sldChg>
      <pc:sldChg chg="addSp delSp modSp new del mod">
        <pc:chgData name="ABHISHEK KASHOUDHAN" userId="39800339dd297f4f" providerId="LiveId" clId="{B0199006-0C97-4D49-9FF3-37F3C2552937}" dt="2024-05-20T07:09:40.125" v="70" actId="2696"/>
        <pc:sldMkLst>
          <pc:docMk/>
          <pc:sldMk cId="934267044" sldId="265"/>
        </pc:sldMkLst>
        <pc:spChg chg="del">
          <ac:chgData name="ABHISHEK KASHOUDHAN" userId="39800339dd297f4f" providerId="LiveId" clId="{B0199006-0C97-4D49-9FF3-37F3C2552937}" dt="2024-05-20T06:55:48.680" v="44" actId="21"/>
          <ac:spMkLst>
            <pc:docMk/>
            <pc:sldMk cId="934267044" sldId="265"/>
            <ac:spMk id="2" creationId="{E40D1431-CFB1-9DE3-5B57-E758914E5766}"/>
          </ac:spMkLst>
        </pc:spChg>
        <pc:spChg chg="del mod">
          <ac:chgData name="ABHISHEK KASHOUDHAN" userId="39800339dd297f4f" providerId="LiveId" clId="{B0199006-0C97-4D49-9FF3-37F3C2552937}" dt="2024-05-20T06:56:03.012" v="46"/>
          <ac:spMkLst>
            <pc:docMk/>
            <pc:sldMk cId="934267044" sldId="265"/>
            <ac:spMk id="3" creationId="{520D2E4F-35A9-EF8F-5FA0-787DCB42E8F2}"/>
          </ac:spMkLst>
        </pc:spChg>
        <pc:spChg chg="add del mod">
          <ac:chgData name="ABHISHEK KASHOUDHAN" userId="39800339dd297f4f" providerId="LiveId" clId="{B0199006-0C97-4D49-9FF3-37F3C2552937}" dt="2024-05-20T06:56:07.893" v="47"/>
          <ac:spMkLst>
            <pc:docMk/>
            <pc:sldMk cId="934267044" sldId="265"/>
            <ac:spMk id="4" creationId="{6B65FEB3-7081-F537-52B0-A16B0F14EC13}"/>
          </ac:spMkLst>
        </pc:spChg>
        <pc:picChg chg="add mod">
          <ac:chgData name="ABHISHEK KASHOUDHAN" userId="39800339dd297f4f" providerId="LiveId" clId="{B0199006-0C97-4D49-9FF3-37F3C2552937}" dt="2024-05-20T06:56:13.283" v="49" actId="14100"/>
          <ac:picMkLst>
            <pc:docMk/>
            <pc:sldMk cId="934267044" sldId="265"/>
            <ac:picMk id="5" creationId="{6E827469-A134-3215-9DD4-F57E2DE7586B}"/>
          </ac:picMkLst>
        </pc:picChg>
        <pc:picChg chg="add">
          <ac:chgData name="ABHISHEK KASHOUDHAN" userId="39800339dd297f4f" providerId="LiveId" clId="{B0199006-0C97-4D49-9FF3-37F3C2552937}" dt="2024-05-20T06:59:23.553" v="50"/>
          <ac:picMkLst>
            <pc:docMk/>
            <pc:sldMk cId="934267044" sldId="265"/>
            <ac:picMk id="6" creationId="{C479B991-3C5D-92F9-CF43-B6CC24CDD4FC}"/>
          </ac:picMkLst>
        </pc:picChg>
      </pc:sldChg>
      <pc:sldChg chg="new del">
        <pc:chgData name="ABHISHEK KASHOUDHAN" userId="39800339dd297f4f" providerId="LiveId" clId="{B0199006-0C97-4D49-9FF3-37F3C2552937}" dt="2024-05-20T06:42:27.735" v="3" actId="2696"/>
        <pc:sldMkLst>
          <pc:docMk/>
          <pc:sldMk cId="1737668939" sldId="265"/>
        </pc:sldMkLst>
      </pc:sldChg>
      <pc:sldChg chg="modSp add del">
        <pc:chgData name="ABHISHEK KASHOUDHAN" userId="39800339dd297f4f" providerId="LiveId" clId="{B0199006-0C97-4D49-9FF3-37F3C2552937}" dt="2024-05-20T06:43:28.587" v="7" actId="2696"/>
        <pc:sldMkLst>
          <pc:docMk/>
          <pc:sldMk cId="2684833237" sldId="265"/>
        </pc:sldMkLst>
        <pc:graphicFrameChg chg="mod">
          <ac:chgData name="ABHISHEK KASHOUDHAN" userId="39800339dd297f4f" providerId="LiveId" clId="{B0199006-0C97-4D49-9FF3-37F3C2552937}" dt="2024-05-20T06:43:22.476" v="6"/>
          <ac:graphicFrameMkLst>
            <pc:docMk/>
            <pc:sldMk cId="2684833237" sldId="265"/>
            <ac:graphicFrameMk id="3" creationId="{E32632C8-E901-1014-5B4A-AA54C3C296C2}"/>
          </ac:graphicFrameMkLst>
        </pc:graphicFrameChg>
        <pc:graphicFrameChg chg="mod">
          <ac:chgData name="ABHISHEK KASHOUDHAN" userId="39800339dd297f4f" providerId="LiveId" clId="{B0199006-0C97-4D49-9FF3-37F3C2552937}" dt="2024-05-20T06:43:22.476" v="6"/>
          <ac:graphicFrameMkLst>
            <pc:docMk/>
            <pc:sldMk cId="2684833237" sldId="265"/>
            <ac:graphicFrameMk id="7" creationId="{70471972-C174-7C8C-EF08-E0466CEF5A32}"/>
          </ac:graphicFrameMkLst>
        </pc:graphicFrameChg>
      </pc:sldChg>
      <pc:sldChg chg="addSp delSp modSp new del mod">
        <pc:chgData name="ABHISHEK KASHOUDHAN" userId="39800339dd297f4f" providerId="LiveId" clId="{B0199006-0C97-4D49-9FF3-37F3C2552937}" dt="2024-05-20T07:09:38.076" v="69" actId="2696"/>
        <pc:sldMkLst>
          <pc:docMk/>
          <pc:sldMk cId="84427356" sldId="266"/>
        </pc:sldMkLst>
        <pc:spChg chg="del">
          <ac:chgData name="ABHISHEK KASHOUDHAN" userId="39800339dd297f4f" providerId="LiveId" clId="{B0199006-0C97-4D49-9FF3-37F3C2552937}" dt="2024-05-20T06:59:41.529" v="52" actId="21"/>
          <ac:spMkLst>
            <pc:docMk/>
            <pc:sldMk cId="84427356" sldId="266"/>
            <ac:spMk id="2" creationId="{B3D06D38-5C38-DF20-F4B3-EE29AFAB75F0}"/>
          </ac:spMkLst>
        </pc:spChg>
        <pc:spChg chg="del mod">
          <ac:chgData name="ABHISHEK KASHOUDHAN" userId="39800339dd297f4f" providerId="LiveId" clId="{B0199006-0C97-4D49-9FF3-37F3C2552937}" dt="2024-05-20T06:59:47.545" v="54"/>
          <ac:spMkLst>
            <pc:docMk/>
            <pc:sldMk cId="84427356" sldId="266"/>
            <ac:spMk id="3" creationId="{391EE19A-A09C-FC77-F2C8-094D0ED0144E}"/>
          </ac:spMkLst>
        </pc:spChg>
        <pc:picChg chg="add mod">
          <ac:chgData name="ABHISHEK KASHOUDHAN" userId="39800339dd297f4f" providerId="LiveId" clId="{B0199006-0C97-4D49-9FF3-37F3C2552937}" dt="2024-05-20T06:59:53.087" v="56" actId="14100"/>
          <ac:picMkLst>
            <pc:docMk/>
            <pc:sldMk cId="84427356" sldId="266"/>
            <ac:picMk id="4" creationId="{B7EC1DE0-1D2C-7D37-FA0C-E8785621AF91}"/>
          </ac:picMkLst>
        </pc:picChg>
        <pc:picChg chg="add del mod">
          <ac:chgData name="ABHISHEK KASHOUDHAN" userId="39800339dd297f4f" providerId="LiveId" clId="{B0199006-0C97-4D49-9FF3-37F3C2552937}" dt="2024-05-20T07:02:03.499" v="59" actId="21"/>
          <ac:picMkLst>
            <pc:docMk/>
            <pc:sldMk cId="84427356" sldId="266"/>
            <ac:picMk id="5" creationId="{3E64F81F-6F3A-50E7-A715-548DCE47CA13}"/>
          </ac:picMkLst>
        </pc:picChg>
        <pc:picChg chg="add">
          <ac:chgData name="ABHISHEK KASHOUDHAN" userId="39800339dd297f4f" providerId="LiveId" clId="{B0199006-0C97-4D49-9FF3-37F3C2552937}" dt="2024-05-20T07:05:49.750" v="66"/>
          <ac:picMkLst>
            <pc:docMk/>
            <pc:sldMk cId="84427356" sldId="266"/>
            <ac:picMk id="6" creationId="{76605027-ABCA-535D-2F71-63207A941074}"/>
          </ac:picMkLst>
        </pc:picChg>
      </pc:sldChg>
      <pc:sldChg chg="addSp delSp new del mod">
        <pc:chgData name="ABHISHEK KASHOUDHAN" userId="39800339dd297f4f" providerId="LiveId" clId="{B0199006-0C97-4D49-9FF3-37F3C2552937}" dt="2024-05-20T07:09:35.448" v="68" actId="2696"/>
        <pc:sldMkLst>
          <pc:docMk/>
          <pc:sldMk cId="1876946487" sldId="267"/>
        </pc:sldMkLst>
        <pc:spChg chg="del">
          <ac:chgData name="ABHISHEK KASHOUDHAN" userId="39800339dd297f4f" providerId="LiveId" clId="{B0199006-0C97-4D49-9FF3-37F3C2552937}" dt="2024-05-20T07:04:37.059" v="64" actId="21"/>
          <ac:spMkLst>
            <pc:docMk/>
            <pc:sldMk cId="1876946487" sldId="267"/>
            <ac:spMk id="2" creationId="{E50F4B08-F4A9-39C7-B7E0-5C7093FE4C3C}"/>
          </ac:spMkLst>
        </pc:spChg>
        <pc:spChg chg="del">
          <ac:chgData name="ABHISHEK KASHOUDHAN" userId="39800339dd297f4f" providerId="LiveId" clId="{B0199006-0C97-4D49-9FF3-37F3C2552937}" dt="2024-05-20T07:04:46.810" v="65" actId="21"/>
          <ac:spMkLst>
            <pc:docMk/>
            <pc:sldMk cId="1876946487" sldId="267"/>
            <ac:spMk id="3" creationId="{4A6B8DEB-464B-BA00-6DA1-9B1BED0AAF43}"/>
          </ac:spMkLst>
        </pc:spChg>
        <pc:picChg chg="add">
          <ac:chgData name="ABHISHEK KASHOUDHAN" userId="39800339dd297f4f" providerId="LiveId" clId="{B0199006-0C97-4D49-9FF3-37F3C2552937}" dt="2024-05-20T07:07:14.345" v="67"/>
          <ac:picMkLst>
            <pc:docMk/>
            <pc:sldMk cId="1876946487" sldId="267"/>
            <ac:picMk id="4" creationId="{82E48218-44A4-BBED-74BE-DA238AC70679}"/>
          </ac:picMkLst>
        </pc:picChg>
      </pc:sldChg>
      <pc:sldChg chg="delSp new del mod">
        <pc:chgData name="ABHISHEK KASHOUDHAN" userId="39800339dd297f4f" providerId="LiveId" clId="{B0199006-0C97-4D49-9FF3-37F3C2552937}" dt="2024-05-20T07:09:42.123" v="71" actId="2696"/>
        <pc:sldMkLst>
          <pc:docMk/>
          <pc:sldMk cId="3874028712" sldId="268"/>
        </pc:sldMkLst>
        <pc:spChg chg="del">
          <ac:chgData name="ABHISHEK KASHOUDHAN" userId="39800339dd297f4f" providerId="LiveId" clId="{B0199006-0C97-4D49-9FF3-37F3C2552937}" dt="2024-05-20T07:04:03.288" v="62" actId="21"/>
          <ac:spMkLst>
            <pc:docMk/>
            <pc:sldMk cId="3874028712" sldId="268"/>
            <ac:spMk id="2" creationId="{F05601C1-0207-F557-0CD2-B948D923A85D}"/>
          </ac:spMkLst>
        </pc:spChg>
        <pc:spChg chg="del">
          <ac:chgData name="ABHISHEK KASHOUDHAN" userId="39800339dd297f4f" providerId="LiveId" clId="{B0199006-0C97-4D49-9FF3-37F3C2552937}" dt="2024-05-20T07:04:26.354" v="63" actId="21"/>
          <ac:spMkLst>
            <pc:docMk/>
            <pc:sldMk cId="3874028712" sldId="268"/>
            <ac:spMk id="3" creationId="{DDAB348A-FCFA-63EF-3C14-53CC0F0F4358}"/>
          </ac:spMkLst>
        </pc:spChg>
      </pc:sldChg>
    </pc:docChg>
  </pc:docChgLst>
  <pc:docChgLst>
    <pc:chgData name="ABHISHEK KASHOUDHAN" userId="39800339dd297f4f" providerId="LiveId" clId="{4F56B747-BFDA-4422-B732-F8A130D6667F}"/>
    <pc:docChg chg="custSel modSld">
      <pc:chgData name="ABHISHEK KASHOUDHAN" userId="39800339dd297f4f" providerId="LiveId" clId="{4F56B747-BFDA-4422-B732-F8A130D6667F}" dt="2024-05-20T06:31:49.302" v="98" actId="20577"/>
      <pc:docMkLst>
        <pc:docMk/>
      </pc:docMkLst>
      <pc:sldChg chg="modSp mod">
        <pc:chgData name="ABHISHEK KASHOUDHAN" userId="39800339dd297f4f" providerId="LiveId" clId="{4F56B747-BFDA-4422-B732-F8A130D6667F}" dt="2024-05-20T06:31:49.302" v="98" actId="20577"/>
        <pc:sldMkLst>
          <pc:docMk/>
          <pc:sldMk cId="0" sldId="262"/>
        </pc:sldMkLst>
        <pc:spChg chg="mod">
          <ac:chgData name="ABHISHEK KASHOUDHAN" userId="39800339dd297f4f" providerId="LiveId" clId="{4F56B747-BFDA-4422-B732-F8A130D6667F}" dt="2024-05-20T06:22:54.816" v="10" actId="14100"/>
          <ac:spMkLst>
            <pc:docMk/>
            <pc:sldMk cId="0" sldId="262"/>
            <ac:spMk id="1048586" creationId="{00000000-0000-0000-0000-000000000000}"/>
          </ac:spMkLst>
        </pc:spChg>
        <pc:spChg chg="mod">
          <ac:chgData name="ABHISHEK KASHOUDHAN" userId="39800339dd297f4f" providerId="LiveId" clId="{4F56B747-BFDA-4422-B732-F8A130D6667F}" dt="2024-05-20T06:22:45.550" v="9" actId="1076"/>
          <ac:spMkLst>
            <pc:docMk/>
            <pc:sldMk cId="0" sldId="262"/>
            <ac:spMk id="1048647" creationId="{00000000-0000-0000-0000-000000000000}"/>
          </ac:spMkLst>
        </pc:spChg>
        <pc:spChg chg="mod">
          <ac:chgData name="ABHISHEK KASHOUDHAN" userId="39800339dd297f4f" providerId="LiveId" clId="{4F56B747-BFDA-4422-B732-F8A130D6667F}" dt="2024-05-20T06:25:00.473" v="48" actId="20577"/>
          <ac:spMkLst>
            <pc:docMk/>
            <pc:sldMk cId="0" sldId="262"/>
            <ac:spMk id="1048649" creationId="{00000000-0000-0000-0000-000000000000}"/>
          </ac:spMkLst>
        </pc:spChg>
        <pc:spChg chg="mod">
          <ac:chgData name="ABHISHEK KASHOUDHAN" userId="39800339dd297f4f" providerId="LiveId" clId="{4F56B747-BFDA-4422-B732-F8A130D6667F}" dt="2024-05-20T06:21:49.663" v="5" actId="14100"/>
          <ac:spMkLst>
            <pc:docMk/>
            <pc:sldMk cId="0" sldId="262"/>
            <ac:spMk id="1048650" creationId="{00000000-0000-0000-0000-000000000000}"/>
          </ac:spMkLst>
        </pc:spChg>
        <pc:spChg chg="mod">
          <ac:chgData name="ABHISHEK KASHOUDHAN" userId="39800339dd297f4f" providerId="LiveId" clId="{4F56B747-BFDA-4422-B732-F8A130D6667F}" dt="2024-05-20T06:31:49.302" v="98" actId="20577"/>
          <ac:spMkLst>
            <pc:docMk/>
            <pc:sldMk cId="0" sldId="262"/>
            <ac:spMk id="1048651" creationId="{00000000-0000-0000-0000-000000000000}"/>
          </ac:spMkLst>
        </pc:spChg>
        <pc:spChg chg="mod">
          <ac:chgData name="ABHISHEK KASHOUDHAN" userId="39800339dd297f4f" providerId="LiveId" clId="{4F56B747-BFDA-4422-B732-F8A130D6667F}" dt="2024-05-20T06:21:33.966" v="2" actId="14100"/>
          <ac:spMkLst>
            <pc:docMk/>
            <pc:sldMk cId="0" sldId="262"/>
            <ac:spMk id="1048653" creationId="{00000000-0000-0000-0000-000000000000}"/>
          </ac:spMkLst>
        </pc:spChg>
        <pc:picChg chg="mod">
          <ac:chgData name="ABHISHEK KASHOUDHAN" userId="39800339dd297f4f" providerId="LiveId" clId="{4F56B747-BFDA-4422-B732-F8A130D6667F}" dt="2024-05-20T06:21:58.129" v="6" actId="1076"/>
          <ac:picMkLst>
            <pc:docMk/>
            <pc:sldMk cId="0" sldId="262"/>
            <ac:picMk id="2097152" creationId="{00000000-0000-0000-0000-000000000000}"/>
          </ac:picMkLst>
        </pc:picChg>
      </pc:sldChg>
      <pc:sldChg chg="modSp mod">
        <pc:chgData name="ABHISHEK KASHOUDHAN" userId="39800339dd297f4f" providerId="LiveId" clId="{4F56B747-BFDA-4422-B732-F8A130D6667F}" dt="2024-05-20T06:30:05.587" v="72" actId="20577"/>
        <pc:sldMkLst>
          <pc:docMk/>
          <pc:sldMk cId="0" sldId="264"/>
        </pc:sldMkLst>
        <pc:spChg chg="mod">
          <ac:chgData name="ABHISHEK KASHOUDHAN" userId="39800339dd297f4f" providerId="LiveId" clId="{4F56B747-BFDA-4422-B732-F8A130D6667F}" dt="2024-05-20T06:29:15.094" v="55" actId="27636"/>
          <ac:spMkLst>
            <pc:docMk/>
            <pc:sldMk cId="0" sldId="264"/>
            <ac:spMk id="1048654" creationId="{00000000-0000-0000-0000-000000000000}"/>
          </ac:spMkLst>
        </pc:spChg>
        <pc:spChg chg="mod">
          <ac:chgData name="ABHISHEK KASHOUDHAN" userId="39800339dd297f4f" providerId="LiveId" clId="{4F56B747-BFDA-4422-B732-F8A130D6667F}" dt="2024-05-20T06:30:05.587" v="72" actId="20577"/>
          <ac:spMkLst>
            <pc:docMk/>
            <pc:sldMk cId="0" sldId="264"/>
            <ac:spMk id="104865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0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1600199" y="9963995"/>
            <a:ext cx="6858000" cy="1655762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490044" y="639875"/>
            <a:ext cx="8653956" cy="71406"/>
          </a:xfrm>
        </p:spPr>
        <p:txBody>
          <a:bodyPr anchor="ctr" anchorCtr="1">
            <a:noAutofit/>
          </a:bodyPr>
          <a:lstStyle/>
          <a:p>
            <a:r>
              <a:rPr lang="hi-IN" altLang="hi-IN" sz="4000" dirty="0">
                <a:solidFill>
                  <a:srgbClr val="C00000"/>
                </a:solidFill>
              </a:rPr>
              <a:t>राम</a:t>
            </a:r>
            <a:r>
              <a:rPr lang="en-US" altLang="hi-IN" sz="4000" dirty="0">
                <a:solidFill>
                  <a:srgbClr val="C00000"/>
                </a:solidFill>
              </a:rPr>
              <a:t> </a:t>
            </a:r>
            <a:r>
              <a:rPr lang="hi-IN" altLang="hi-IN" sz="4000" dirty="0">
                <a:solidFill>
                  <a:srgbClr val="C00000"/>
                </a:solidFill>
              </a:rPr>
              <a:t>गुलाम राय</a:t>
            </a:r>
            <a:r>
              <a:rPr lang="en-US" altLang="hi-IN" sz="4000" dirty="0">
                <a:solidFill>
                  <a:srgbClr val="C00000"/>
                </a:solidFill>
              </a:rPr>
              <a:t>  </a:t>
            </a:r>
            <a:r>
              <a:rPr lang="hi-IN" altLang="hi-IN" sz="4000" dirty="0">
                <a:solidFill>
                  <a:srgbClr val="C00000"/>
                </a:solidFill>
              </a:rPr>
              <a:t>शिक्षण</a:t>
            </a:r>
            <a:r>
              <a:rPr lang="en-US" altLang="hi-IN" sz="4000" dirty="0">
                <a:solidFill>
                  <a:srgbClr val="C00000"/>
                </a:solidFill>
              </a:rPr>
              <a:t> </a:t>
            </a:r>
            <a:r>
              <a:rPr lang="hi-IN" altLang="hi-IN" sz="4000" dirty="0">
                <a:solidFill>
                  <a:srgbClr val="C00000"/>
                </a:solidFill>
              </a:rPr>
              <a:t>प्रशिक्षण महाविद्यालय </a:t>
            </a:r>
            <a:br>
              <a:rPr lang="en-US" altLang="hi-IN" sz="4000" dirty="0">
                <a:solidFill>
                  <a:srgbClr val="C00000"/>
                </a:solidFill>
              </a:rPr>
            </a:br>
            <a:r>
              <a:rPr lang="hi-IN" altLang="hi-IN" sz="2800" dirty="0">
                <a:solidFill>
                  <a:srgbClr val="000000"/>
                </a:solidFill>
              </a:rPr>
              <a:t>सेमरा</a:t>
            </a:r>
            <a:r>
              <a:rPr lang="en-US" altLang="hi-IN" sz="2800" dirty="0">
                <a:solidFill>
                  <a:srgbClr val="000000"/>
                </a:solidFill>
              </a:rPr>
              <a:t> </a:t>
            </a:r>
            <a:r>
              <a:rPr lang="hi-IN" altLang="hi-IN" sz="2800" dirty="0">
                <a:solidFill>
                  <a:srgbClr val="000000"/>
                </a:solidFill>
              </a:rPr>
              <a:t>अयोध्या प्रसाद लहसड़ी</a:t>
            </a:r>
            <a:r>
              <a:rPr lang="en-US" altLang="hi-IN" sz="2800" dirty="0">
                <a:solidFill>
                  <a:srgbClr val="000000"/>
                </a:solidFill>
              </a:rPr>
              <a:t>, </a:t>
            </a:r>
            <a:r>
              <a:rPr lang="en-US" altLang="hi-IN" sz="2800" dirty="0" err="1">
                <a:solidFill>
                  <a:srgbClr val="000000"/>
                </a:solidFill>
              </a:rPr>
              <a:t>गोरखपुर</a:t>
            </a:r>
            <a:r>
              <a:rPr lang="en-US" altLang="hi-IN" sz="2800" dirty="0">
                <a:solidFill>
                  <a:srgbClr val="000000"/>
                </a:solidFill>
              </a:rPr>
              <a:t>, (</a:t>
            </a:r>
            <a:r>
              <a:rPr lang="hi-IN" altLang="hi-IN" sz="2800" dirty="0">
                <a:solidFill>
                  <a:srgbClr val="000000"/>
                </a:solidFill>
              </a:rPr>
              <a:t>उ•प्र•</a:t>
            </a:r>
            <a:r>
              <a:rPr lang="en-US" altLang="hi-IN" sz="2800" dirty="0">
                <a:solidFill>
                  <a:srgbClr val="000000"/>
                </a:solidFill>
              </a:rPr>
              <a:t>)273016</a:t>
            </a:r>
            <a:endParaRPr lang="en-US" altLang="zh-CN" sz="2800" dirty="0">
              <a:solidFill>
                <a:srgbClr val="C00000"/>
              </a:solidFill>
            </a:endParaRPr>
          </a:p>
        </p:txBody>
      </p:sp>
      <p:sp>
        <p:nvSpPr>
          <p:cNvPr id="1048647" name="TextBox 1048646"/>
          <p:cNvSpPr txBox="1"/>
          <p:nvPr/>
        </p:nvSpPr>
        <p:spPr>
          <a:xfrm>
            <a:off x="135481" y="1345801"/>
            <a:ext cx="9176160" cy="4851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hi-IN" sz="2800" dirty="0">
                <a:solidFill>
                  <a:srgbClr val="000000"/>
                </a:solidFill>
              </a:rPr>
              <a:t>दुरभाष</a:t>
            </a:r>
            <a:r>
              <a:rPr lang="en-US" altLang="hi-IN" sz="2800" dirty="0">
                <a:solidFill>
                  <a:srgbClr val="000000"/>
                </a:solidFill>
              </a:rPr>
              <a:t>: 0551-215375, </a:t>
            </a:r>
            <a:r>
              <a:rPr lang="en-US" altLang="hi-IN" sz="2800" dirty="0" err="1">
                <a:solidFill>
                  <a:srgbClr val="000000"/>
                </a:solidFill>
              </a:rPr>
              <a:t>मोबाइल</a:t>
            </a:r>
            <a:r>
              <a:rPr lang="en-US" altLang="hi-IN" sz="2800" dirty="0">
                <a:solidFill>
                  <a:srgbClr val="000000"/>
                </a:solidFill>
              </a:rPr>
              <a:t>:+919839419283,9415823936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48648" name="TextBox 1048647"/>
          <p:cNvSpPr txBox="1"/>
          <p:nvPr/>
        </p:nvSpPr>
        <p:spPr>
          <a:xfrm>
            <a:off x="750740" y="2193355"/>
            <a:ext cx="8654768" cy="4851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hi-IN" sz="2800" dirty="0">
                <a:solidFill>
                  <a:srgbClr val="9933FF"/>
                </a:solidFill>
              </a:rPr>
              <a:t>स</a:t>
            </a:r>
            <a:r>
              <a:rPr lang="hi-IN" altLang="hi-IN" sz="2800" dirty="0">
                <a:solidFill>
                  <a:srgbClr val="9933FF"/>
                </a:solidFill>
              </a:rPr>
              <a:t>म्बद्ध </a:t>
            </a:r>
            <a:r>
              <a:rPr lang="en-US" altLang="hi-IN" sz="2800" dirty="0">
                <a:solidFill>
                  <a:srgbClr val="9933FF"/>
                </a:solidFill>
              </a:rPr>
              <a:t>-</a:t>
            </a:r>
            <a:r>
              <a:rPr lang="hi-IN" altLang="hi-IN" sz="2800" dirty="0">
                <a:solidFill>
                  <a:srgbClr val="9933FF"/>
                </a:solidFill>
              </a:rPr>
              <a:t>दीनदयाल</a:t>
            </a:r>
            <a:r>
              <a:rPr lang="en-US" altLang="hi-IN" sz="2800" dirty="0">
                <a:solidFill>
                  <a:srgbClr val="9933FF"/>
                </a:solidFill>
              </a:rPr>
              <a:t> </a:t>
            </a:r>
            <a:r>
              <a:rPr lang="hi-IN" altLang="hi-IN" sz="2800" dirty="0">
                <a:solidFill>
                  <a:srgbClr val="9933FF"/>
                </a:solidFill>
              </a:rPr>
              <a:t>उपाध्याय गोरखपुर विश्वविद्यालय गोरखपुर 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48649" name="TextBox 1048648"/>
          <p:cNvSpPr txBox="1"/>
          <p:nvPr/>
        </p:nvSpPr>
        <p:spPr>
          <a:xfrm>
            <a:off x="1912776" y="1708215"/>
            <a:ext cx="5467738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hi-IN" sz="2800" dirty="0">
                <a:solidFill>
                  <a:srgbClr val="000000"/>
                </a:solidFill>
              </a:rPr>
              <a:t>बी</a:t>
            </a:r>
            <a:r>
              <a:rPr lang="en-US" altLang="hi-IN" sz="2800" dirty="0">
                <a:solidFill>
                  <a:srgbClr val="000000"/>
                </a:solidFill>
              </a:rPr>
              <a:t>.</a:t>
            </a:r>
            <a:r>
              <a:rPr lang="hi-IN" altLang="hi-IN" sz="2800" dirty="0">
                <a:solidFill>
                  <a:srgbClr val="000000"/>
                </a:solidFill>
              </a:rPr>
              <a:t>एड्</a:t>
            </a:r>
            <a:r>
              <a:rPr lang="en-US" altLang="hi-IN" sz="2800" dirty="0">
                <a:solidFill>
                  <a:srgbClr val="000000"/>
                </a:solidFill>
              </a:rPr>
              <a:t>.</a:t>
            </a:r>
            <a:r>
              <a:rPr lang="hi-IN" altLang="hi-IN" sz="2800" dirty="0">
                <a:solidFill>
                  <a:srgbClr val="000000"/>
                </a:solidFill>
              </a:rPr>
              <a:t>द्विवर्षीय</a:t>
            </a:r>
            <a:r>
              <a:rPr lang="en-US" altLang="hi-IN" sz="2800" dirty="0">
                <a:solidFill>
                  <a:srgbClr val="000000"/>
                </a:solidFill>
              </a:rPr>
              <a:t> CBCS </a:t>
            </a:r>
            <a:r>
              <a:rPr lang="hi-IN" altLang="hi-IN" sz="2800" dirty="0">
                <a:solidFill>
                  <a:srgbClr val="000000"/>
                </a:solidFill>
              </a:rPr>
              <a:t>पाठ्यक्रम </a:t>
            </a:r>
            <a:r>
              <a:rPr lang="en-US" altLang="hi-IN" sz="2800" dirty="0">
                <a:solidFill>
                  <a:srgbClr val="000000"/>
                </a:solidFill>
              </a:rPr>
              <a:t> </a:t>
            </a:r>
            <a:r>
              <a:rPr lang="hi-IN" altLang="hi-IN" sz="2800" dirty="0">
                <a:solidFill>
                  <a:srgbClr val="000000"/>
                </a:solidFill>
              </a:rPr>
              <a:t> 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48650" name="TextBox 1048649"/>
          <p:cNvSpPr txBox="1"/>
          <p:nvPr/>
        </p:nvSpPr>
        <p:spPr>
          <a:xfrm>
            <a:off x="1175657" y="4618014"/>
            <a:ext cx="7968343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EDUCATIONAL TECHNOLOGY EDUBED-113</a:t>
            </a:r>
          </a:p>
        </p:txBody>
      </p:sp>
      <p:sp>
        <p:nvSpPr>
          <p:cNvPr id="1048651" name="TextBox 1048650"/>
          <p:cNvSpPr txBox="1"/>
          <p:nvPr/>
        </p:nvSpPr>
        <p:spPr>
          <a:xfrm>
            <a:off x="2071396" y="5103155"/>
            <a:ext cx="4892766" cy="95410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        LESSON PLAN </a:t>
            </a:r>
          </a:p>
          <a:p>
            <a:r>
              <a:rPr lang="en-US" sz="2800" dirty="0">
                <a:solidFill>
                  <a:srgbClr val="000000"/>
                </a:solidFill>
              </a:rPr>
              <a:t>SESSION 2023-2024</a:t>
            </a:r>
            <a:r>
              <a:rPr lang="en-US" sz="2800">
                <a:solidFill>
                  <a:srgbClr val="000000"/>
                </a:solidFill>
              </a:rPr>
              <a:t>(IV SEM</a:t>
            </a:r>
            <a:r>
              <a:rPr lang="en-US" sz="2800" dirty="0">
                <a:solidFill>
                  <a:srgbClr val="000000"/>
                </a:solidFill>
              </a:rPr>
              <a:t>.)</a:t>
            </a:r>
          </a:p>
        </p:txBody>
      </p:sp>
      <p:sp>
        <p:nvSpPr>
          <p:cNvPr id="1048652" name="TextBox 1048651"/>
          <p:cNvSpPr txBox="1"/>
          <p:nvPr/>
        </p:nvSpPr>
        <p:spPr>
          <a:xfrm>
            <a:off x="0" y="5981995"/>
            <a:ext cx="5161369" cy="8788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hi-IN" sz="2800">
                <a:solidFill>
                  <a:srgbClr val="000000"/>
                </a:solidFill>
              </a:rPr>
              <a:t>प्रस्तुतकर्ता</a:t>
            </a:r>
            <a:r>
              <a:rPr lang="en-US" altLang="hi-IN" sz="2800">
                <a:solidFill>
                  <a:srgbClr val="000000"/>
                </a:solidFill>
              </a:rPr>
              <a:t>:-</a:t>
            </a:r>
            <a:endParaRPr lang="en-US" sz="2800">
              <a:solidFill>
                <a:srgbClr val="000000"/>
              </a:solidFill>
            </a:endParaRPr>
          </a:p>
          <a:p>
            <a:r>
              <a:rPr lang="hi-IN" altLang="hi-IN" sz="2800">
                <a:solidFill>
                  <a:srgbClr val="000000"/>
                </a:solidFill>
              </a:rPr>
              <a:t>संस्कृति मणि</a:t>
            </a:r>
            <a:r>
              <a:rPr lang="en-US" altLang="hi-IN" sz="2800">
                <a:solidFill>
                  <a:srgbClr val="000000"/>
                </a:solidFill>
              </a:rPr>
              <a:t> </a:t>
            </a:r>
            <a:r>
              <a:rPr lang="hi-IN" altLang="hi-IN" sz="2800">
                <a:solidFill>
                  <a:srgbClr val="000000"/>
                </a:solidFill>
              </a:rPr>
              <a:t>त्रिपाठी </a:t>
            </a:r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1048653" name="TextBox 1048652"/>
          <p:cNvSpPr txBox="1"/>
          <p:nvPr/>
        </p:nvSpPr>
        <p:spPr>
          <a:xfrm>
            <a:off x="5952932" y="5981995"/>
            <a:ext cx="4790706" cy="95410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hi-IN" sz="2800" dirty="0">
                <a:solidFill>
                  <a:srgbClr val="000000"/>
                </a:solidFill>
              </a:rPr>
              <a:t>निर्देशिका</a:t>
            </a:r>
            <a:r>
              <a:rPr lang="en-US" altLang="hi-IN" sz="2800" dirty="0">
                <a:solidFill>
                  <a:srgbClr val="000000"/>
                </a:solidFill>
              </a:rPr>
              <a:t>:-</a:t>
            </a:r>
            <a:endParaRPr lang="en-US" sz="2800" dirty="0">
              <a:solidFill>
                <a:srgbClr val="000000"/>
              </a:solidFill>
            </a:endParaRPr>
          </a:p>
          <a:p>
            <a:r>
              <a:rPr lang="en-US" altLang="hi-IN" sz="2800" dirty="0">
                <a:solidFill>
                  <a:srgbClr val="000000"/>
                </a:solidFill>
              </a:rPr>
              <a:t> </a:t>
            </a:r>
            <a:r>
              <a:rPr lang="hi-IN" altLang="hi-IN" sz="2800" dirty="0">
                <a:solidFill>
                  <a:srgbClr val="000000"/>
                </a:solidFill>
              </a:rPr>
              <a:t>श्रीमती प्रियंका राय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2097152" name="Picture 209715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270060" y="2940331"/>
            <a:ext cx="2137346" cy="1597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048653"/>
          <p:cNvSpPr>
            <a:spLocks noGrp="1"/>
          </p:cNvSpPr>
          <p:nvPr>
            <p:ph type="title"/>
          </p:nvPr>
        </p:nvSpPr>
        <p:spPr>
          <a:xfrm>
            <a:off x="842341" y="0"/>
            <a:ext cx="7886700" cy="681135"/>
          </a:xfrm>
        </p:spPr>
        <p:txBody>
          <a:bodyPr>
            <a:normAutofit fontScale="90000"/>
          </a:bodyPr>
          <a:lstStyle/>
          <a:p>
            <a:r>
              <a:rPr lang="en-US" altLang="hi-IN" dirty="0"/>
              <a:t>                  </a:t>
            </a:r>
            <a:r>
              <a:rPr lang="hi-IN" altLang="hi-IN" dirty="0">
                <a:solidFill>
                  <a:srgbClr val="800000"/>
                </a:solidFill>
              </a:rPr>
              <a:t>आभारोक्ति</a:t>
            </a: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1048655" name="Content Placeholder 1048654"/>
          <p:cNvSpPr>
            <a:spLocks noGrp="1"/>
          </p:cNvSpPr>
          <p:nvPr>
            <p:ph idx="1"/>
          </p:nvPr>
        </p:nvSpPr>
        <p:spPr>
          <a:xfrm>
            <a:off x="186612" y="494522"/>
            <a:ext cx="9036418" cy="7575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i-IN" altLang="hi-IN" dirty="0"/>
              <a:t>मैं सहृदय </a:t>
            </a:r>
            <a:r>
              <a:rPr lang="en-US" altLang="hi-IN" dirty="0" err="1"/>
              <a:t>उन</a:t>
            </a:r>
            <a:r>
              <a:rPr lang="en-US" altLang="hi-IN" dirty="0"/>
              <a:t> </a:t>
            </a:r>
            <a:r>
              <a:rPr lang="en-US" altLang="hi-IN" dirty="0" err="1"/>
              <a:t>सब</a:t>
            </a:r>
            <a:r>
              <a:rPr lang="en-US" altLang="hi-IN" dirty="0"/>
              <a:t> </a:t>
            </a:r>
            <a:r>
              <a:rPr lang="en-US" altLang="hi-IN" dirty="0" err="1"/>
              <a:t>का</a:t>
            </a:r>
            <a:r>
              <a:rPr lang="en-US" altLang="hi-IN" dirty="0"/>
              <a:t> </a:t>
            </a:r>
            <a:r>
              <a:rPr lang="en-US" altLang="hi-IN" dirty="0" err="1"/>
              <a:t>आभार</a:t>
            </a:r>
            <a:r>
              <a:rPr lang="en-US" altLang="hi-IN" dirty="0"/>
              <a:t> </a:t>
            </a:r>
            <a:r>
              <a:rPr lang="en-US" altLang="hi-IN" dirty="0" err="1"/>
              <a:t>व्यक्त</a:t>
            </a:r>
            <a:r>
              <a:rPr lang="en-US" altLang="hi-IN" dirty="0"/>
              <a:t> </a:t>
            </a:r>
            <a:r>
              <a:rPr lang="en-US" altLang="hi-IN" dirty="0" err="1"/>
              <a:t>करती</a:t>
            </a:r>
            <a:r>
              <a:rPr lang="en-US" altLang="hi-IN" dirty="0"/>
              <a:t> </a:t>
            </a:r>
            <a:r>
              <a:rPr lang="en-US" altLang="hi-IN" dirty="0" err="1"/>
              <a:t>हूं</a:t>
            </a:r>
            <a:r>
              <a:rPr lang="en-US" altLang="hi-IN" dirty="0"/>
              <a:t> </a:t>
            </a:r>
            <a:r>
              <a:rPr lang="en-US" altLang="hi-IN" dirty="0" err="1"/>
              <a:t>जिन्होंने</a:t>
            </a:r>
            <a:r>
              <a:rPr lang="en-US" altLang="hi-IN" dirty="0"/>
              <a:t> </a:t>
            </a:r>
            <a:r>
              <a:rPr lang="en-US" altLang="hi-IN" dirty="0" err="1"/>
              <a:t>इस</a:t>
            </a:r>
            <a:r>
              <a:rPr lang="en-US" altLang="hi-IN" dirty="0"/>
              <a:t> </a:t>
            </a:r>
            <a:r>
              <a:rPr lang="en-US" altLang="hi-IN" dirty="0" err="1"/>
              <a:t>प्रोजेक्ट</a:t>
            </a:r>
            <a:r>
              <a:rPr lang="en-US" altLang="hi-IN" dirty="0"/>
              <a:t> </a:t>
            </a:r>
            <a:r>
              <a:rPr lang="en-US" altLang="hi-IN" dirty="0" err="1"/>
              <a:t>कार्य</a:t>
            </a:r>
            <a:r>
              <a:rPr lang="en-US" altLang="hi-IN" dirty="0"/>
              <a:t> </a:t>
            </a:r>
            <a:r>
              <a:rPr lang="en-US" altLang="hi-IN" dirty="0" err="1"/>
              <a:t>को</a:t>
            </a:r>
            <a:r>
              <a:rPr lang="en-US" altLang="hi-IN" dirty="0"/>
              <a:t> </a:t>
            </a:r>
            <a:r>
              <a:rPr lang="en-US" altLang="hi-IN" dirty="0" err="1"/>
              <a:t>संपन्न</a:t>
            </a:r>
            <a:r>
              <a:rPr lang="en-US" altLang="hi-IN" dirty="0"/>
              <a:t> </a:t>
            </a:r>
            <a:r>
              <a:rPr lang="en-US" altLang="hi-IN" dirty="0" err="1"/>
              <a:t>कराने</a:t>
            </a:r>
            <a:r>
              <a:rPr lang="en-US" altLang="hi-IN" dirty="0"/>
              <a:t> </a:t>
            </a:r>
            <a:r>
              <a:rPr lang="en-US" altLang="hi-IN" dirty="0" err="1"/>
              <a:t>में</a:t>
            </a:r>
            <a:r>
              <a:rPr lang="en-US" altLang="hi-IN" dirty="0"/>
              <a:t> </a:t>
            </a:r>
            <a:r>
              <a:rPr lang="en-US" altLang="hi-IN" dirty="0" err="1"/>
              <a:t>मेरी</a:t>
            </a:r>
            <a:r>
              <a:rPr lang="en-US" altLang="hi-IN" dirty="0"/>
              <a:t> </a:t>
            </a:r>
            <a:r>
              <a:rPr lang="en-US" altLang="hi-IN" dirty="0" err="1"/>
              <a:t>सहायता</a:t>
            </a:r>
            <a:r>
              <a:rPr lang="en-US" altLang="hi-IN" dirty="0"/>
              <a:t> </a:t>
            </a:r>
            <a:r>
              <a:rPr lang="en-US" altLang="hi-IN" dirty="0" err="1"/>
              <a:t>की</a:t>
            </a:r>
            <a:r>
              <a:rPr lang="en-US" altLang="hi-IN" dirty="0"/>
              <a:t> </a:t>
            </a:r>
            <a:r>
              <a:rPr lang="en-US" altLang="hi-IN" dirty="0" err="1"/>
              <a:t>साथ</a:t>
            </a:r>
            <a:r>
              <a:rPr lang="en-US" altLang="hi-IN" dirty="0"/>
              <a:t> </a:t>
            </a:r>
            <a:r>
              <a:rPr lang="en-US" altLang="hi-IN" dirty="0" err="1"/>
              <a:t>ही</a:t>
            </a:r>
            <a:r>
              <a:rPr lang="en-US" altLang="hi-IN" dirty="0"/>
              <a:t> </a:t>
            </a:r>
            <a:r>
              <a:rPr lang="en-US" altLang="hi-IN" dirty="0" err="1"/>
              <a:t>साथ</a:t>
            </a:r>
            <a:r>
              <a:rPr lang="en-US" altLang="hi-IN" dirty="0"/>
              <a:t> </a:t>
            </a:r>
            <a:r>
              <a:rPr lang="en-US" altLang="hi-IN" dirty="0" err="1"/>
              <a:t>में</a:t>
            </a:r>
            <a:r>
              <a:rPr lang="en-US" altLang="hi-IN" dirty="0"/>
              <a:t> </a:t>
            </a:r>
            <a:r>
              <a:rPr lang="en-US" altLang="hi-IN" dirty="0" err="1"/>
              <a:t>ईश्वर</a:t>
            </a:r>
            <a:r>
              <a:rPr lang="en-US" altLang="hi-IN" dirty="0"/>
              <a:t> </a:t>
            </a:r>
            <a:r>
              <a:rPr lang="en-US" altLang="hi-IN" dirty="0" err="1"/>
              <a:t>को</a:t>
            </a:r>
            <a:r>
              <a:rPr lang="en-US" altLang="hi-IN" dirty="0"/>
              <a:t> </a:t>
            </a:r>
            <a:r>
              <a:rPr lang="en-US" altLang="hi-IN" dirty="0" err="1"/>
              <a:t>भी</a:t>
            </a:r>
            <a:r>
              <a:rPr lang="en-US" altLang="hi-IN" dirty="0"/>
              <a:t> </a:t>
            </a:r>
            <a:r>
              <a:rPr lang="en-US" altLang="hi-IN" dirty="0" err="1"/>
              <a:t>आभार</a:t>
            </a:r>
            <a:r>
              <a:rPr lang="en-US" altLang="hi-IN" dirty="0"/>
              <a:t> </a:t>
            </a:r>
            <a:r>
              <a:rPr lang="en-US" altLang="hi-IN" dirty="0" err="1"/>
              <a:t>व्यक्त</a:t>
            </a:r>
            <a:r>
              <a:rPr lang="en-US" altLang="hi-IN" dirty="0"/>
              <a:t> </a:t>
            </a:r>
            <a:r>
              <a:rPr lang="en-US" altLang="hi-IN" dirty="0" err="1"/>
              <a:t>करती</a:t>
            </a:r>
            <a:r>
              <a:rPr lang="en-US" altLang="hi-IN" dirty="0"/>
              <a:t> </a:t>
            </a:r>
            <a:r>
              <a:rPr lang="en-US" altLang="hi-IN" dirty="0" err="1"/>
              <a:t>हूं</a:t>
            </a:r>
            <a:r>
              <a:rPr lang="en-US" altLang="hi-IN" dirty="0"/>
              <a:t> </a:t>
            </a:r>
            <a:r>
              <a:rPr lang="en-US" altLang="hi-IN" dirty="0" err="1"/>
              <a:t>कि</a:t>
            </a:r>
            <a:r>
              <a:rPr lang="en-US" altLang="hi-IN" dirty="0"/>
              <a:t> </a:t>
            </a:r>
            <a:r>
              <a:rPr lang="en-US" altLang="hi-IN" dirty="0" err="1"/>
              <a:t>उन्होंने</a:t>
            </a:r>
            <a:r>
              <a:rPr lang="en-US" altLang="hi-IN" dirty="0"/>
              <a:t> </a:t>
            </a:r>
            <a:r>
              <a:rPr lang="en-US" altLang="hi-IN" dirty="0" err="1"/>
              <a:t>मुझे</a:t>
            </a:r>
            <a:r>
              <a:rPr lang="en-US" altLang="hi-IN" dirty="0"/>
              <a:t> </a:t>
            </a:r>
            <a:r>
              <a:rPr lang="en-US" altLang="hi-IN" dirty="0" err="1"/>
              <a:t>इस</a:t>
            </a:r>
            <a:r>
              <a:rPr lang="en-US" altLang="hi-IN" dirty="0"/>
              <a:t> </a:t>
            </a:r>
            <a:r>
              <a:rPr lang="en-US" altLang="hi-IN" dirty="0" err="1"/>
              <a:t>कार्य</a:t>
            </a:r>
            <a:r>
              <a:rPr lang="en-US" altLang="hi-IN" dirty="0"/>
              <a:t> </a:t>
            </a:r>
            <a:r>
              <a:rPr lang="en-US" altLang="hi-IN" dirty="0" err="1"/>
              <a:t>को</a:t>
            </a:r>
            <a:r>
              <a:rPr lang="en-US" altLang="hi-IN" dirty="0"/>
              <a:t> </a:t>
            </a:r>
            <a:r>
              <a:rPr lang="en-US" altLang="hi-IN" dirty="0" err="1"/>
              <a:t>करने</a:t>
            </a:r>
            <a:r>
              <a:rPr lang="en-US" altLang="hi-IN" dirty="0"/>
              <a:t> </a:t>
            </a:r>
            <a:r>
              <a:rPr lang="en-US" altLang="hi-IN" dirty="0" err="1"/>
              <a:t>का</a:t>
            </a:r>
            <a:r>
              <a:rPr lang="en-US" altLang="hi-IN" dirty="0"/>
              <a:t> </a:t>
            </a:r>
            <a:r>
              <a:rPr lang="en-US" altLang="hi-IN" dirty="0" err="1"/>
              <a:t>आत्मबल</a:t>
            </a:r>
            <a:r>
              <a:rPr lang="en-US" altLang="hi-IN" dirty="0"/>
              <a:t> </a:t>
            </a:r>
            <a:r>
              <a:rPr lang="en-US" altLang="hi-IN" dirty="0" err="1"/>
              <a:t>प्रदान</a:t>
            </a:r>
            <a:r>
              <a:rPr lang="en-US" altLang="hi-IN" dirty="0"/>
              <a:t> </a:t>
            </a:r>
            <a:r>
              <a:rPr lang="en-US" altLang="hi-IN" dirty="0" err="1"/>
              <a:t>किया</a:t>
            </a:r>
            <a:r>
              <a:rPr lang="hi-IN" altLang="hi-IN" dirty="0"/>
              <a:t>।</a:t>
            </a:r>
            <a:r>
              <a:rPr lang="en-US" altLang="hi-IN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altLang="hi-IN" dirty="0"/>
              <a:t>                 </a:t>
            </a:r>
            <a:r>
              <a:rPr lang="hi-IN" altLang="hi-IN" dirty="0"/>
              <a:t>मैं अपने सम्मानित विषय अध्यापिका </a:t>
            </a:r>
            <a:r>
              <a:rPr lang="hi-IN" altLang="hi-IN" dirty="0">
                <a:solidFill>
                  <a:srgbClr val="FF6600"/>
                </a:solidFill>
              </a:rPr>
              <a:t>श्रीमती प्रियंका राय </a:t>
            </a:r>
            <a:r>
              <a:rPr lang="hi-IN" altLang="hi-IN" dirty="0"/>
              <a:t>जी साथ ही साथ हमारे सम्मानित प्राचार्य महोदय</a:t>
            </a:r>
            <a:r>
              <a:rPr lang="hi-IN" altLang="hi-IN" dirty="0">
                <a:solidFill>
                  <a:srgbClr val="993300"/>
                </a:solidFill>
              </a:rPr>
              <a:t> डॉ विनय कुमार मिश्रा </a:t>
            </a:r>
            <a:r>
              <a:rPr lang="hi-IN" altLang="hi-IN" dirty="0"/>
              <a:t>जी के प्रति</a:t>
            </a:r>
            <a:r>
              <a:rPr lang="en-US" altLang="hi-IN" dirty="0"/>
              <a:t> </a:t>
            </a:r>
            <a:r>
              <a:rPr lang="en-US" altLang="hi-IN" dirty="0" err="1"/>
              <a:t>अपना</a:t>
            </a:r>
            <a:r>
              <a:rPr lang="en-US" altLang="hi-IN" dirty="0"/>
              <a:t> </a:t>
            </a:r>
            <a:r>
              <a:rPr lang="en-US" altLang="hi-IN" dirty="0" err="1"/>
              <a:t>विशेष</a:t>
            </a:r>
            <a:r>
              <a:rPr lang="en-US" altLang="hi-IN" dirty="0"/>
              <a:t> </a:t>
            </a:r>
            <a:r>
              <a:rPr lang="en-US" altLang="hi-IN" dirty="0" err="1"/>
              <a:t>धन्यवाद</a:t>
            </a:r>
            <a:r>
              <a:rPr lang="en-US" altLang="hi-IN" dirty="0"/>
              <a:t> </a:t>
            </a:r>
            <a:r>
              <a:rPr lang="en-US" altLang="hi-IN" dirty="0" err="1"/>
              <a:t>व्यक्त</a:t>
            </a:r>
            <a:r>
              <a:rPr lang="en-US" altLang="hi-IN" dirty="0"/>
              <a:t> </a:t>
            </a:r>
            <a:r>
              <a:rPr lang="en-US" altLang="hi-IN" dirty="0" err="1"/>
              <a:t>करना</a:t>
            </a:r>
            <a:r>
              <a:rPr lang="en-US" altLang="hi-IN" dirty="0"/>
              <a:t> </a:t>
            </a:r>
            <a:r>
              <a:rPr lang="en-US" altLang="hi-IN" dirty="0" err="1"/>
              <a:t>चाहती</a:t>
            </a:r>
            <a:r>
              <a:rPr lang="en-US" altLang="hi-IN" dirty="0"/>
              <a:t> </a:t>
            </a:r>
            <a:r>
              <a:rPr lang="en-US" altLang="hi-IN" dirty="0" err="1"/>
              <a:t>हूं</a:t>
            </a:r>
            <a:r>
              <a:rPr lang="en-US" altLang="hi-IN" dirty="0"/>
              <a:t> </a:t>
            </a:r>
            <a:r>
              <a:rPr lang="en-US" altLang="hi-IN" dirty="0" err="1"/>
              <a:t>जिन्होंने</a:t>
            </a:r>
            <a:r>
              <a:rPr lang="en-US" altLang="hi-IN" dirty="0"/>
              <a:t> </a:t>
            </a:r>
            <a:r>
              <a:rPr lang="en-US" altLang="hi-IN" dirty="0" err="1"/>
              <a:t>मुझे</a:t>
            </a:r>
            <a:r>
              <a:rPr lang="en-US" altLang="hi-IN" dirty="0"/>
              <a:t> </a:t>
            </a:r>
            <a:r>
              <a:rPr lang="en-US" altLang="hi-IN" dirty="0" err="1"/>
              <a:t>सूक्ष्म</a:t>
            </a:r>
            <a:r>
              <a:rPr lang="en-US" altLang="hi-IN" dirty="0"/>
              <a:t> </a:t>
            </a:r>
            <a:r>
              <a:rPr lang="en-US" altLang="hi-IN" dirty="0" err="1"/>
              <a:t>शिक्षण</a:t>
            </a:r>
            <a:r>
              <a:rPr lang="en-US" altLang="hi-IN" dirty="0"/>
              <a:t> </a:t>
            </a:r>
            <a:r>
              <a:rPr lang="en-US" altLang="hi-IN" dirty="0" err="1"/>
              <a:t>विषय</a:t>
            </a:r>
            <a:r>
              <a:rPr lang="en-US" altLang="hi-IN" dirty="0"/>
              <a:t> </a:t>
            </a:r>
            <a:r>
              <a:rPr lang="en-US" altLang="hi-IN" dirty="0" err="1"/>
              <a:t>पर</a:t>
            </a:r>
            <a:r>
              <a:rPr lang="en-US" altLang="hi-IN" dirty="0"/>
              <a:t> </a:t>
            </a:r>
            <a:r>
              <a:rPr lang="en-US" altLang="hi-IN" dirty="0" err="1"/>
              <a:t>इस</a:t>
            </a:r>
            <a:r>
              <a:rPr lang="en-US" altLang="hi-IN" dirty="0"/>
              <a:t> </a:t>
            </a:r>
            <a:r>
              <a:rPr lang="en-US" altLang="hi-IN" dirty="0" err="1"/>
              <a:t>अद्भुत</a:t>
            </a:r>
            <a:r>
              <a:rPr lang="en-US" altLang="hi-IN" dirty="0"/>
              <a:t> </a:t>
            </a:r>
            <a:r>
              <a:rPr lang="en-US" altLang="hi-IN" dirty="0" err="1"/>
              <a:t>परियोजना</a:t>
            </a:r>
            <a:r>
              <a:rPr lang="en-US" altLang="hi-IN" dirty="0"/>
              <a:t> </a:t>
            </a:r>
            <a:r>
              <a:rPr lang="en-US" altLang="hi-IN" dirty="0" err="1"/>
              <a:t>को</a:t>
            </a:r>
            <a:r>
              <a:rPr lang="en-US" altLang="hi-IN" dirty="0"/>
              <a:t> </a:t>
            </a:r>
            <a:r>
              <a:rPr lang="en-US" altLang="hi-IN" dirty="0" err="1"/>
              <a:t>करने</a:t>
            </a:r>
            <a:r>
              <a:rPr lang="en-US" altLang="hi-IN" dirty="0"/>
              <a:t> </a:t>
            </a:r>
            <a:r>
              <a:rPr lang="en-US" altLang="hi-IN" dirty="0" err="1"/>
              <a:t>में</a:t>
            </a:r>
            <a:r>
              <a:rPr lang="en-US" altLang="hi-IN" dirty="0"/>
              <a:t> </a:t>
            </a:r>
            <a:r>
              <a:rPr lang="en-US" altLang="hi-IN" dirty="0" err="1"/>
              <a:t>उचित</a:t>
            </a:r>
            <a:r>
              <a:rPr lang="en-US" altLang="hi-IN" dirty="0"/>
              <a:t> </a:t>
            </a:r>
            <a:r>
              <a:rPr lang="en-US" altLang="hi-IN" dirty="0" err="1"/>
              <a:t>मार्गदर्शन</a:t>
            </a:r>
            <a:r>
              <a:rPr lang="en-US" altLang="hi-IN" dirty="0"/>
              <a:t> </a:t>
            </a:r>
            <a:r>
              <a:rPr lang="hi-IN" altLang="hi-IN" dirty="0"/>
              <a:t>दिया।</a:t>
            </a:r>
            <a:r>
              <a:rPr lang="en-US" altLang="hi-IN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altLang="hi-IN" dirty="0"/>
              <a:t>                </a:t>
            </a:r>
            <a:r>
              <a:rPr lang="hi-IN" altLang="hi-IN" dirty="0"/>
              <a:t>फिर</a:t>
            </a:r>
            <a:r>
              <a:rPr lang="en-US" altLang="hi-IN" dirty="0"/>
              <a:t> </a:t>
            </a:r>
            <a:r>
              <a:rPr lang="hi-IN" altLang="hi-IN" dirty="0"/>
              <a:t>मैं अपने माता-पिता और दोस्तों के प्रति कृतज्ञता व्यक्त करना चाहती हु जिन्होंने परियोजना की गणना के विभिन्न चरणों में अपने बहुमूल्य सुझावों</a:t>
            </a:r>
            <a:r>
              <a:rPr lang="en-US" altLang="hi-IN" dirty="0"/>
              <a:t> </a:t>
            </a:r>
            <a:r>
              <a:rPr lang="hi-IN" altLang="hi-IN" dirty="0"/>
              <a:t>और मार्गदर्शन के साथ मेरी मदद की है।</a:t>
            </a:r>
            <a:r>
              <a:rPr lang="en-US" altLang="hi-IN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altLang="hi-IN" dirty="0"/>
              <a:t>               </a:t>
            </a:r>
            <a:r>
              <a:rPr lang="hi-IN" altLang="hi-IN" dirty="0"/>
              <a:t>अंत में मैं उन सभी को धन्यवाद देना चाहती हूं जिन्होंने इस लेख परियोजना के दौरान मेरा समर्थन किया</a:t>
            </a:r>
            <a:r>
              <a:rPr lang="en-US" altLang="hi-IN" dirty="0"/>
              <a:t> </a:t>
            </a:r>
            <a:r>
              <a:rPr lang="hi-IN" altLang="hi-IN" dirty="0"/>
              <a:t>।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212</Words>
  <Application>Microsoft Office PowerPoint</Application>
  <PresentationFormat>On-screen Show (4:3)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राम गुलाम राय  शिक्षण प्रशिक्षण महाविद्यालय  सेमरा अयोध्या प्रसाद लहसड़ी, गोरखपुर, (उ•प्र•)273016</vt:lpstr>
      <vt:lpstr>                  आभारोक्ति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राम गुलाम राय  शिक्षण प्रशिक्षण महाविद्यालय  सेमरा अयोध्या प्रसाद लहसड़ी, गोरखपुर, (उ•प्र•)273016</dc:title>
  <dc:creator>V2312</dc:creator>
  <cp:lastModifiedBy>ABHISHEK KASHOUDHAN</cp:lastModifiedBy>
  <cp:revision>1</cp:revision>
  <dcterms:created xsi:type="dcterms:W3CDTF">2015-05-11T22:30:45Z</dcterms:created>
  <dcterms:modified xsi:type="dcterms:W3CDTF">2024-05-20T07:09:44Z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999bb0cc16934271ab3f7f4e57bff595</vt:lpwstr>
  </property>
</Properties>
</file>